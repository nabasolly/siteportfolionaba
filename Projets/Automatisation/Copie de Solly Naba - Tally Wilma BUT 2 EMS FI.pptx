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ileron" charset="1" panose="00000500000000000000"/>
      <p:regular r:id="rId13"/>
    </p:embeddedFont>
    <p:embeddedFont>
      <p:font typeface="Open Sans" charset="1" panose="020B0606030504020204"/>
      <p:regular r:id="rId14"/>
    </p:embeddedFont>
    <p:embeddedFont>
      <p:font typeface="Open Sans Bold" charset="1" panose="020B0806030504020204"/>
      <p:regular r:id="rId15"/>
    </p:embeddedFont>
    <p:embeddedFont>
      <p:font typeface="Eastman Grotesque Bold" charset="1" panose="00000800000000000000"/>
      <p:regular r:id="rId16"/>
    </p:embeddedFont>
    <p:embeddedFont>
      <p:font typeface="Ample Display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png" Type="http://schemas.openxmlformats.org/officeDocument/2006/relationships/image"/><Relationship Id="rId15" Target="../media/image15.png" Type="http://schemas.openxmlformats.org/officeDocument/2006/relationships/image"/><Relationship Id="rId16" Target="../media/image16.svg" Type="http://schemas.openxmlformats.org/officeDocument/2006/relationships/image"/><Relationship Id="rId17" Target="../media/image17.png" Type="http://schemas.openxmlformats.org/officeDocument/2006/relationships/image"/><Relationship Id="rId18" Target="../media/image18.svg" Type="http://schemas.openxmlformats.org/officeDocument/2006/relationships/image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png" Type="http://schemas.openxmlformats.org/officeDocument/2006/relationships/image"/><Relationship Id="rId14" Target="../media/image29.svg" Type="http://schemas.openxmlformats.org/officeDocument/2006/relationships/image"/><Relationship Id="rId15" Target="../media/image30.png" Type="http://schemas.openxmlformats.org/officeDocument/2006/relationships/image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11" Target="../media/image37.png" Type="http://schemas.openxmlformats.org/officeDocument/2006/relationships/image"/><Relationship Id="rId12" Target="../media/image38.svg" Type="http://schemas.openxmlformats.org/officeDocument/2006/relationships/image"/><Relationship Id="rId13" Target="../media/image22.png" Type="http://schemas.openxmlformats.org/officeDocument/2006/relationships/image"/><Relationship Id="rId14" Target="../media/image39.png" Type="http://schemas.openxmlformats.org/officeDocument/2006/relationships/image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1.png" Type="http://schemas.openxmlformats.org/officeDocument/2006/relationships/image"/><Relationship Id="rId4" Target="../media/image42.sv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media/image4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4560749" cy="1738402"/>
          </a:xfrm>
          <a:custGeom>
            <a:avLst/>
            <a:gdLst/>
            <a:ahLst/>
            <a:cxnLst/>
            <a:rect r="r" b="b" t="t" l="l"/>
            <a:pathLst>
              <a:path h="1738402" w="4560749">
                <a:moveTo>
                  <a:pt x="0" y="0"/>
                </a:moveTo>
                <a:lnTo>
                  <a:pt x="4560749" y="0"/>
                </a:lnTo>
                <a:lnTo>
                  <a:pt x="4560749" y="1738402"/>
                </a:lnTo>
                <a:lnTo>
                  <a:pt x="0" y="17384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9898" y="9220200"/>
            <a:ext cx="811530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33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Solly Naba - Tally Wilma - BUT 2 EMS FI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01253" y="4421505"/>
            <a:ext cx="14085494" cy="135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 spc="312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SAE DOMAINE D’APPLICATION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321178" y="9554845"/>
            <a:ext cx="811530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33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21 novembre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2932299" y="4283693"/>
            <a:ext cx="3317765" cy="203"/>
          </a:xfrm>
          <a:prstGeom prst="line">
            <a:avLst/>
          </a:prstGeom>
          <a:ln cap="flat" w="76200">
            <a:solidFill>
              <a:srgbClr val="37C9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279846" y="108586"/>
            <a:ext cx="9338667" cy="92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en-US" sz="5400" spc="8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Contexte et objectif du projet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21525" y="9540533"/>
            <a:ext cx="110970" cy="25900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139"/>
              </a:lnSpc>
              <a:spcBef>
                <a:spcPct val="0"/>
              </a:spcBef>
            </a:pPr>
            <a:r>
              <a:rPr lang="en-US" sz="15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69548" y="2721257"/>
            <a:ext cx="3889752" cy="528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15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Appel des programmes selon leurs parametres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775007" y="5168404"/>
            <a:ext cx="1120726" cy="143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"/>
              </a:lnSpc>
              <a:spcBef>
                <a:spcPct val="0"/>
              </a:spcBef>
            </a:pPr>
            <a:r>
              <a:rPr lang="en-US" sz="8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Somme des montants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32299" y="5030940"/>
            <a:ext cx="1372187" cy="42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1"/>
              </a:lnSpc>
            </a:pPr>
          </a:p>
          <a:p>
            <a:pPr algn="l">
              <a:lnSpc>
                <a:spcPts val="1181"/>
              </a:lnSpc>
            </a:pPr>
            <a:r>
              <a:rPr lang="en-US" sz="8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Montant</a:t>
            </a:r>
            <a:r>
              <a:rPr lang="en-US" sz="8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nuls/non nuls</a:t>
            </a:r>
          </a:p>
          <a:p>
            <a:pPr algn="l">
              <a:lnSpc>
                <a:spcPts val="1181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3225869" y="3598781"/>
            <a:ext cx="1258924" cy="12589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37C9E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47650"/>
              <a:ext cx="660400" cy="488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593943" y="3647257"/>
            <a:ext cx="1301791" cy="130179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2C92D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47650"/>
              <a:ext cx="660400" cy="488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9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H="true">
            <a:off x="14440756" y="4995872"/>
            <a:ext cx="9269" cy="524598"/>
          </a:xfrm>
          <a:prstGeom prst="line">
            <a:avLst/>
          </a:prstGeom>
          <a:ln cap="flat" w="28575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3392828" y="3960155"/>
            <a:ext cx="925004" cy="402572"/>
          </a:xfrm>
          <a:custGeom>
            <a:avLst/>
            <a:gdLst/>
            <a:ahLst/>
            <a:cxnLst/>
            <a:rect r="r" b="b" t="t" l="l"/>
            <a:pathLst>
              <a:path h="402572" w="925004">
                <a:moveTo>
                  <a:pt x="0" y="0"/>
                </a:moveTo>
                <a:lnTo>
                  <a:pt x="925005" y="0"/>
                </a:lnTo>
                <a:lnTo>
                  <a:pt x="925005" y="402572"/>
                </a:lnTo>
                <a:lnTo>
                  <a:pt x="0" y="4025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873818" y="3960155"/>
            <a:ext cx="661471" cy="669998"/>
          </a:xfrm>
          <a:custGeom>
            <a:avLst/>
            <a:gdLst/>
            <a:ahLst/>
            <a:cxnLst/>
            <a:rect r="r" b="b" t="t" l="l"/>
            <a:pathLst>
              <a:path h="669998" w="661471">
                <a:moveTo>
                  <a:pt x="0" y="0"/>
                </a:moveTo>
                <a:lnTo>
                  <a:pt x="661471" y="0"/>
                </a:lnTo>
                <a:lnTo>
                  <a:pt x="661471" y="669998"/>
                </a:lnTo>
                <a:lnTo>
                  <a:pt x="0" y="6699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506574" y="2287340"/>
            <a:ext cx="1733392" cy="2142395"/>
          </a:xfrm>
          <a:custGeom>
            <a:avLst/>
            <a:gdLst/>
            <a:ahLst/>
            <a:cxnLst/>
            <a:rect r="r" b="b" t="t" l="l"/>
            <a:pathLst>
              <a:path h="2142395" w="1733392">
                <a:moveTo>
                  <a:pt x="0" y="0"/>
                </a:moveTo>
                <a:lnTo>
                  <a:pt x="1733392" y="0"/>
                </a:lnTo>
                <a:lnTo>
                  <a:pt x="1733392" y="2142395"/>
                </a:lnTo>
                <a:lnTo>
                  <a:pt x="0" y="21423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6647462" y="3571441"/>
            <a:ext cx="524680" cy="0"/>
          </a:xfrm>
          <a:prstGeom prst="line">
            <a:avLst/>
          </a:prstGeom>
          <a:ln cap="flat" w="28575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7659246" y="2668206"/>
            <a:ext cx="1477892" cy="1903608"/>
          </a:xfrm>
          <a:custGeom>
            <a:avLst/>
            <a:gdLst/>
            <a:ahLst/>
            <a:cxnLst/>
            <a:rect r="r" b="b" t="t" l="l"/>
            <a:pathLst>
              <a:path h="1903608" w="1477892">
                <a:moveTo>
                  <a:pt x="0" y="0"/>
                </a:moveTo>
                <a:lnTo>
                  <a:pt x="1477892" y="0"/>
                </a:lnTo>
                <a:lnTo>
                  <a:pt x="1477892" y="1903609"/>
                </a:lnTo>
                <a:lnTo>
                  <a:pt x="0" y="19036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963593" y="2130838"/>
            <a:ext cx="761107" cy="313005"/>
          </a:xfrm>
          <a:custGeom>
            <a:avLst/>
            <a:gdLst/>
            <a:ahLst/>
            <a:cxnLst/>
            <a:rect r="r" b="b" t="t" l="l"/>
            <a:pathLst>
              <a:path h="313005" w="761107">
                <a:moveTo>
                  <a:pt x="0" y="0"/>
                </a:moveTo>
                <a:lnTo>
                  <a:pt x="761107" y="0"/>
                </a:lnTo>
                <a:lnTo>
                  <a:pt x="761107" y="313005"/>
                </a:lnTo>
                <a:lnTo>
                  <a:pt x="0" y="3130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AutoShape 22" id="22"/>
          <p:cNvSpPr/>
          <p:nvPr/>
        </p:nvSpPr>
        <p:spPr>
          <a:xfrm>
            <a:off x="9366700" y="3585994"/>
            <a:ext cx="2919368" cy="763946"/>
          </a:xfrm>
          <a:prstGeom prst="line">
            <a:avLst/>
          </a:prstGeom>
          <a:ln cap="flat" w="28575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3" id="23"/>
          <p:cNvSpPr txBox="true"/>
          <p:nvPr/>
        </p:nvSpPr>
        <p:spPr>
          <a:xfrm rot="0">
            <a:off x="4744831" y="4816343"/>
            <a:ext cx="1495135" cy="259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15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Tableau pilotage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73368" y="4839296"/>
            <a:ext cx="1514464" cy="259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15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Macro principale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3903991" y="5819072"/>
            <a:ext cx="1044428" cy="1302575"/>
          </a:xfrm>
          <a:custGeom>
            <a:avLst/>
            <a:gdLst/>
            <a:ahLst/>
            <a:cxnLst/>
            <a:rect r="r" b="b" t="t" l="l"/>
            <a:pathLst>
              <a:path h="1302575" w="1044428">
                <a:moveTo>
                  <a:pt x="0" y="0"/>
                </a:moveTo>
                <a:lnTo>
                  <a:pt x="1044428" y="0"/>
                </a:lnTo>
                <a:lnTo>
                  <a:pt x="1044428" y="1302575"/>
                </a:lnTo>
                <a:lnTo>
                  <a:pt x="0" y="13025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265230" y="7347757"/>
            <a:ext cx="2651904" cy="259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15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Export des résultats sur Excel</a:t>
            </a:r>
          </a:p>
        </p:txBody>
      </p:sp>
      <p:sp>
        <p:nvSpPr>
          <p:cNvPr name="AutoShape 27" id="27"/>
          <p:cNvSpPr/>
          <p:nvPr/>
        </p:nvSpPr>
        <p:spPr>
          <a:xfrm>
            <a:off x="3373825" y="7031045"/>
            <a:ext cx="5231966" cy="0"/>
          </a:xfrm>
          <a:prstGeom prst="line">
            <a:avLst/>
          </a:prstGeom>
          <a:ln cap="flat" w="66675">
            <a:solidFill>
              <a:srgbClr val="37C9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6032598" y="6438407"/>
            <a:ext cx="1089317" cy="1089317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37C9E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247650"/>
              <a:ext cx="660400" cy="488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9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209775" y="6467841"/>
            <a:ext cx="1126408" cy="1126408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2C92D5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47650"/>
              <a:ext cx="660400" cy="488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9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627844" y="6438407"/>
            <a:ext cx="1089317" cy="1089317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37C9E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247650"/>
              <a:ext cx="660400" cy="488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9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811606" y="6480352"/>
            <a:ext cx="1126408" cy="1126408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2C92D5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247650"/>
              <a:ext cx="660400" cy="488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99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3772310" y="6751095"/>
            <a:ext cx="800384" cy="348336"/>
          </a:xfrm>
          <a:custGeom>
            <a:avLst/>
            <a:gdLst/>
            <a:ahLst/>
            <a:cxnLst/>
            <a:rect r="r" b="b" t="t" l="l"/>
            <a:pathLst>
              <a:path h="348336" w="800384">
                <a:moveTo>
                  <a:pt x="0" y="0"/>
                </a:moveTo>
                <a:lnTo>
                  <a:pt x="800385" y="0"/>
                </a:lnTo>
                <a:lnTo>
                  <a:pt x="800385" y="348336"/>
                </a:lnTo>
                <a:lnTo>
                  <a:pt x="0" y="3483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5053776" y="6751095"/>
            <a:ext cx="572355" cy="579733"/>
          </a:xfrm>
          <a:custGeom>
            <a:avLst/>
            <a:gdLst/>
            <a:ahLst/>
            <a:cxnLst/>
            <a:rect r="r" b="b" t="t" l="l"/>
            <a:pathLst>
              <a:path h="579733" w="572355">
                <a:moveTo>
                  <a:pt x="0" y="0"/>
                </a:moveTo>
                <a:lnTo>
                  <a:pt x="572355" y="0"/>
                </a:lnTo>
                <a:lnTo>
                  <a:pt x="572355" y="579734"/>
                </a:lnTo>
                <a:lnTo>
                  <a:pt x="0" y="5797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6289166" y="6638418"/>
            <a:ext cx="576181" cy="785255"/>
          </a:xfrm>
          <a:custGeom>
            <a:avLst/>
            <a:gdLst/>
            <a:ahLst/>
            <a:cxnLst/>
            <a:rect r="r" b="b" t="t" l="l"/>
            <a:pathLst>
              <a:path h="785255" w="576181">
                <a:moveTo>
                  <a:pt x="0" y="0"/>
                </a:moveTo>
                <a:lnTo>
                  <a:pt x="576181" y="0"/>
                </a:lnTo>
                <a:lnTo>
                  <a:pt x="576181" y="785255"/>
                </a:lnTo>
                <a:lnTo>
                  <a:pt x="0" y="78525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7447387" y="6666961"/>
            <a:ext cx="713228" cy="663951"/>
          </a:xfrm>
          <a:custGeom>
            <a:avLst/>
            <a:gdLst/>
            <a:ahLst/>
            <a:cxnLst/>
            <a:rect r="r" b="b" t="t" l="l"/>
            <a:pathLst>
              <a:path h="663951" w="713228">
                <a:moveTo>
                  <a:pt x="0" y="0"/>
                </a:moveTo>
                <a:lnTo>
                  <a:pt x="713228" y="0"/>
                </a:lnTo>
                <a:lnTo>
                  <a:pt x="713228" y="663950"/>
                </a:lnTo>
                <a:lnTo>
                  <a:pt x="0" y="6639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7445171" y="7873544"/>
            <a:ext cx="953021" cy="143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"/>
              </a:lnSpc>
              <a:spcBef>
                <a:spcPct val="0"/>
              </a:spcBef>
            </a:pPr>
            <a:r>
              <a:rPr lang="en-US" sz="8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Moyenne des âges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376803" y="7865934"/>
            <a:ext cx="541319" cy="143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"/>
              </a:lnSpc>
              <a:spcBef>
                <a:spcPct val="0"/>
              </a:spcBef>
            </a:pPr>
            <a:r>
              <a:rPr lang="en-US" sz="8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Dèces max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911872" y="7865934"/>
            <a:ext cx="1120726" cy="143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"/>
              </a:lnSpc>
              <a:spcBef>
                <a:spcPct val="0"/>
              </a:spcBef>
            </a:pPr>
            <a:r>
              <a:rPr lang="en-US" sz="84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Somme des montants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387820" y="7728470"/>
            <a:ext cx="1372187" cy="42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1"/>
              </a:lnSpc>
            </a:pPr>
          </a:p>
          <a:p>
            <a:pPr algn="l">
              <a:lnSpc>
                <a:spcPts val="1181"/>
              </a:lnSpc>
            </a:pPr>
            <a:r>
              <a:rPr lang="en-US" sz="8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Montant</a:t>
            </a:r>
            <a:r>
              <a:rPr lang="en-US" sz="8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nuls/non nuls</a:t>
            </a:r>
          </a:p>
          <a:p>
            <a:pPr algn="l">
              <a:lnSpc>
                <a:spcPts val="1181"/>
              </a:lnSpc>
              <a:spcBef>
                <a:spcPct val="0"/>
              </a:spcBef>
            </a:pPr>
          </a:p>
        </p:txBody>
      </p:sp>
      <p:sp>
        <p:nvSpPr>
          <p:cNvPr name="AutoShape 48" id="48"/>
          <p:cNvSpPr/>
          <p:nvPr/>
        </p:nvSpPr>
        <p:spPr>
          <a:xfrm flipV="true">
            <a:off x="5387824" y="5556732"/>
            <a:ext cx="0" cy="524680"/>
          </a:xfrm>
          <a:prstGeom prst="line">
            <a:avLst/>
          </a:prstGeom>
          <a:ln cap="flat" w="28575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49" id="49"/>
          <p:cNvSpPr/>
          <p:nvPr/>
        </p:nvSpPr>
        <p:spPr>
          <a:xfrm flipH="false" flipV="false" rot="0">
            <a:off x="295275" y="2561719"/>
            <a:ext cx="2623476" cy="1868670"/>
          </a:xfrm>
          <a:custGeom>
            <a:avLst/>
            <a:gdLst/>
            <a:ahLst/>
            <a:cxnLst/>
            <a:rect r="r" b="b" t="t" l="l"/>
            <a:pathLst>
              <a:path h="1868670" w="2623476">
                <a:moveTo>
                  <a:pt x="0" y="0"/>
                </a:moveTo>
                <a:lnTo>
                  <a:pt x="2623476" y="0"/>
                </a:lnTo>
                <a:lnTo>
                  <a:pt x="2623476" y="1868670"/>
                </a:lnTo>
                <a:lnTo>
                  <a:pt x="0" y="186867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340237" y="4807521"/>
            <a:ext cx="91618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Utilisateur</a:t>
            </a:r>
          </a:p>
        </p:txBody>
      </p:sp>
      <p:sp>
        <p:nvSpPr>
          <p:cNvPr name="AutoShape 51" id="51"/>
          <p:cNvSpPr/>
          <p:nvPr/>
        </p:nvSpPr>
        <p:spPr>
          <a:xfrm>
            <a:off x="3450323" y="3632969"/>
            <a:ext cx="524680" cy="0"/>
          </a:xfrm>
          <a:prstGeom prst="line">
            <a:avLst/>
          </a:prstGeom>
          <a:ln cap="flat" w="28575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85329" y="2402577"/>
            <a:ext cx="3471236" cy="3471236"/>
            <a:chOff x="0" y="0"/>
            <a:chExt cx="1015101" cy="10151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5101" cy="1015101"/>
            </a:xfrm>
            <a:custGeom>
              <a:avLst/>
              <a:gdLst/>
              <a:ahLst/>
              <a:cxnLst/>
              <a:rect r="r" b="b" t="t" l="l"/>
              <a:pathLst>
                <a:path h="1015101" w="1015101">
                  <a:moveTo>
                    <a:pt x="507551" y="0"/>
                  </a:moveTo>
                  <a:lnTo>
                    <a:pt x="1015101" y="507551"/>
                  </a:lnTo>
                  <a:lnTo>
                    <a:pt x="507551" y="1015101"/>
                  </a:lnTo>
                  <a:lnTo>
                    <a:pt x="0" y="507551"/>
                  </a:lnTo>
                  <a:lnTo>
                    <a:pt x="507551" y="0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2C92D5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74470" y="136370"/>
              <a:ext cx="666160" cy="704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27848" y="2514777"/>
            <a:ext cx="9249335" cy="1503017"/>
          </a:xfrm>
          <a:custGeom>
            <a:avLst/>
            <a:gdLst/>
            <a:ahLst/>
            <a:cxnLst/>
            <a:rect r="r" b="b" t="t" l="l"/>
            <a:pathLst>
              <a:path h="1503017" w="9249335">
                <a:moveTo>
                  <a:pt x="0" y="0"/>
                </a:moveTo>
                <a:lnTo>
                  <a:pt x="9249335" y="0"/>
                </a:lnTo>
                <a:lnTo>
                  <a:pt x="9249335" y="1503017"/>
                </a:lnTo>
                <a:lnTo>
                  <a:pt x="0" y="1503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550133" y="3585922"/>
            <a:ext cx="1386383" cy="1338489"/>
          </a:xfrm>
          <a:custGeom>
            <a:avLst/>
            <a:gdLst/>
            <a:ahLst/>
            <a:cxnLst/>
            <a:rect r="r" b="b" t="t" l="l"/>
            <a:pathLst>
              <a:path h="1338489" w="1386383">
                <a:moveTo>
                  <a:pt x="0" y="0"/>
                </a:moveTo>
                <a:lnTo>
                  <a:pt x="1386383" y="0"/>
                </a:lnTo>
                <a:lnTo>
                  <a:pt x="1386383" y="1338489"/>
                </a:lnTo>
                <a:lnTo>
                  <a:pt x="0" y="13384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88839" y="4623233"/>
            <a:ext cx="4123061" cy="1310037"/>
          </a:xfrm>
          <a:custGeom>
            <a:avLst/>
            <a:gdLst/>
            <a:ahLst/>
            <a:cxnLst/>
            <a:rect r="r" b="b" t="t" l="l"/>
            <a:pathLst>
              <a:path h="1310037" w="4123061">
                <a:moveTo>
                  <a:pt x="0" y="0"/>
                </a:moveTo>
                <a:lnTo>
                  <a:pt x="4123061" y="0"/>
                </a:lnTo>
                <a:lnTo>
                  <a:pt x="4123061" y="1310036"/>
                </a:lnTo>
                <a:lnTo>
                  <a:pt x="0" y="13100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20177" y="6493196"/>
            <a:ext cx="4191723" cy="1757516"/>
          </a:xfrm>
          <a:custGeom>
            <a:avLst/>
            <a:gdLst/>
            <a:ahLst/>
            <a:cxnLst/>
            <a:rect r="r" b="b" t="t" l="l"/>
            <a:pathLst>
              <a:path h="1757516" w="4191723">
                <a:moveTo>
                  <a:pt x="0" y="0"/>
                </a:moveTo>
                <a:lnTo>
                  <a:pt x="4191723" y="0"/>
                </a:lnTo>
                <a:lnTo>
                  <a:pt x="4191723" y="1757516"/>
                </a:lnTo>
                <a:lnTo>
                  <a:pt x="0" y="17575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3727539" y="4138195"/>
            <a:ext cx="0" cy="364637"/>
          </a:xfrm>
          <a:prstGeom prst="line">
            <a:avLst/>
          </a:prstGeom>
          <a:ln cap="flat" w="38100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>
            <a:off x="3746589" y="6030914"/>
            <a:ext cx="0" cy="364637"/>
          </a:xfrm>
          <a:prstGeom prst="line">
            <a:avLst/>
          </a:prstGeom>
          <a:ln cap="flat" w="38100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" id="12"/>
          <p:cNvSpPr/>
          <p:nvPr/>
        </p:nvSpPr>
        <p:spPr>
          <a:xfrm>
            <a:off x="10096958" y="3135083"/>
            <a:ext cx="987064" cy="1003112"/>
          </a:xfrm>
          <a:prstGeom prst="line">
            <a:avLst/>
          </a:prstGeom>
          <a:ln cap="flat" w="57150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>
            <a:off x="13239997" y="6713450"/>
            <a:ext cx="0" cy="364637"/>
          </a:xfrm>
          <a:prstGeom prst="line">
            <a:avLst/>
          </a:prstGeom>
          <a:ln cap="flat" w="38100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0590669" y="7371954"/>
            <a:ext cx="5260556" cy="737228"/>
          </a:xfrm>
          <a:custGeom>
            <a:avLst/>
            <a:gdLst/>
            <a:ahLst/>
            <a:cxnLst/>
            <a:rect r="r" b="b" t="t" l="l"/>
            <a:pathLst>
              <a:path h="737228" w="5260556">
                <a:moveTo>
                  <a:pt x="0" y="0"/>
                </a:moveTo>
                <a:lnTo>
                  <a:pt x="5260556" y="0"/>
                </a:lnTo>
                <a:lnTo>
                  <a:pt x="5260556" y="737227"/>
                </a:lnTo>
                <a:lnTo>
                  <a:pt x="0" y="7372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48084" y="1811474"/>
            <a:ext cx="486965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Définition des paramètres d’exportation 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01928" y="158135"/>
            <a:ext cx="6308080" cy="92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en-US" sz="5400" spc="8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Tableau de pilotage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10233" y="6143946"/>
            <a:ext cx="326618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Accès à la macro principale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0" y="3133233"/>
            <a:ext cx="11044741" cy="0"/>
          </a:xfrm>
          <a:prstGeom prst="line">
            <a:avLst/>
          </a:prstGeom>
          <a:ln cap="flat" w="95250">
            <a:solidFill>
              <a:srgbClr val="37C9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573917" y="2009435"/>
            <a:ext cx="2096075" cy="209607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37C9E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47650"/>
              <a:ext cx="660400" cy="488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133896" y="2071101"/>
            <a:ext cx="2124264" cy="2124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2C92D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247650"/>
              <a:ext cx="660400" cy="488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860071" y="2009435"/>
            <a:ext cx="2154391" cy="215439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37C9E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47650"/>
              <a:ext cx="660400" cy="488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614537" y="1994304"/>
            <a:ext cx="2111206" cy="211120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2C92D5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47650"/>
              <a:ext cx="660400" cy="488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38214" y="2621749"/>
            <a:ext cx="1567482" cy="682186"/>
          </a:xfrm>
          <a:custGeom>
            <a:avLst/>
            <a:gdLst/>
            <a:ahLst/>
            <a:cxnLst/>
            <a:rect r="r" b="b" t="t" l="l"/>
            <a:pathLst>
              <a:path h="682186" w="1567482">
                <a:moveTo>
                  <a:pt x="0" y="0"/>
                </a:moveTo>
                <a:lnTo>
                  <a:pt x="1567481" y="0"/>
                </a:lnTo>
                <a:lnTo>
                  <a:pt x="1567481" y="682185"/>
                </a:lnTo>
                <a:lnTo>
                  <a:pt x="0" y="6821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655381" y="2595376"/>
            <a:ext cx="1081293" cy="1095233"/>
          </a:xfrm>
          <a:custGeom>
            <a:avLst/>
            <a:gdLst/>
            <a:ahLst/>
            <a:cxnLst/>
            <a:rect r="r" b="b" t="t" l="l"/>
            <a:pathLst>
              <a:path h="1095233" w="1081293">
                <a:moveTo>
                  <a:pt x="0" y="0"/>
                </a:moveTo>
                <a:lnTo>
                  <a:pt x="1081293" y="0"/>
                </a:lnTo>
                <a:lnTo>
                  <a:pt x="1081293" y="1095232"/>
                </a:lnTo>
                <a:lnTo>
                  <a:pt x="0" y="10952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467598" y="2502900"/>
            <a:ext cx="939335" cy="1280184"/>
          </a:xfrm>
          <a:custGeom>
            <a:avLst/>
            <a:gdLst/>
            <a:ahLst/>
            <a:cxnLst/>
            <a:rect r="r" b="b" t="t" l="l"/>
            <a:pathLst>
              <a:path h="1280184" w="939335">
                <a:moveTo>
                  <a:pt x="0" y="0"/>
                </a:moveTo>
                <a:lnTo>
                  <a:pt x="939336" y="0"/>
                </a:lnTo>
                <a:lnTo>
                  <a:pt x="939336" y="1280184"/>
                </a:lnTo>
                <a:lnTo>
                  <a:pt x="0" y="12801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995537" y="2486614"/>
            <a:ext cx="1210200" cy="1126586"/>
          </a:xfrm>
          <a:custGeom>
            <a:avLst/>
            <a:gdLst/>
            <a:ahLst/>
            <a:cxnLst/>
            <a:rect r="r" b="b" t="t" l="l"/>
            <a:pathLst>
              <a:path h="1126586" w="1210200">
                <a:moveTo>
                  <a:pt x="0" y="0"/>
                </a:moveTo>
                <a:lnTo>
                  <a:pt x="1210199" y="0"/>
                </a:lnTo>
                <a:lnTo>
                  <a:pt x="1210199" y="1126586"/>
                </a:lnTo>
                <a:lnTo>
                  <a:pt x="0" y="11265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0" id="20"/>
          <p:cNvSpPr/>
          <p:nvPr/>
        </p:nvSpPr>
        <p:spPr>
          <a:xfrm>
            <a:off x="5671476" y="4006728"/>
            <a:ext cx="0" cy="364637"/>
          </a:xfrm>
          <a:prstGeom prst="line">
            <a:avLst/>
          </a:prstGeom>
          <a:ln cap="flat" w="38100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1" id="21"/>
          <p:cNvSpPr/>
          <p:nvPr/>
        </p:nvSpPr>
        <p:spPr>
          <a:xfrm>
            <a:off x="2912135" y="7490236"/>
            <a:ext cx="0" cy="364637"/>
          </a:xfrm>
          <a:prstGeom prst="line">
            <a:avLst/>
          </a:prstGeom>
          <a:ln cap="flat" w="38100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6755112" y="5760345"/>
            <a:ext cx="1543309" cy="1198169"/>
          </a:xfrm>
          <a:custGeom>
            <a:avLst/>
            <a:gdLst/>
            <a:ahLst/>
            <a:cxnLst/>
            <a:rect r="r" b="b" t="t" l="l"/>
            <a:pathLst>
              <a:path h="1198169" w="1543309">
                <a:moveTo>
                  <a:pt x="0" y="0"/>
                </a:moveTo>
                <a:lnTo>
                  <a:pt x="1543309" y="0"/>
                </a:lnTo>
                <a:lnTo>
                  <a:pt x="1543309" y="1198169"/>
                </a:lnTo>
                <a:lnTo>
                  <a:pt x="0" y="11981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3" id="23"/>
          <p:cNvSpPr/>
          <p:nvPr/>
        </p:nvSpPr>
        <p:spPr>
          <a:xfrm>
            <a:off x="5743823" y="6446114"/>
            <a:ext cx="364637" cy="0"/>
          </a:xfrm>
          <a:prstGeom prst="line">
            <a:avLst/>
          </a:prstGeom>
          <a:ln cap="flat" w="38100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296807" y="7969172"/>
            <a:ext cx="5929344" cy="914338"/>
          </a:xfrm>
          <a:custGeom>
            <a:avLst/>
            <a:gdLst/>
            <a:ahLst/>
            <a:cxnLst/>
            <a:rect r="r" b="b" t="t" l="l"/>
            <a:pathLst>
              <a:path h="914338" w="5929344">
                <a:moveTo>
                  <a:pt x="0" y="0"/>
                </a:moveTo>
                <a:lnTo>
                  <a:pt x="5929344" y="0"/>
                </a:lnTo>
                <a:lnTo>
                  <a:pt x="5929344" y="914338"/>
                </a:lnTo>
                <a:lnTo>
                  <a:pt x="0" y="91433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958284" y="5790991"/>
            <a:ext cx="1945802" cy="1584944"/>
          </a:xfrm>
          <a:custGeom>
            <a:avLst/>
            <a:gdLst/>
            <a:ahLst/>
            <a:cxnLst/>
            <a:rect r="r" b="b" t="t" l="l"/>
            <a:pathLst>
              <a:path h="1584944" w="1945802">
                <a:moveTo>
                  <a:pt x="0" y="0"/>
                </a:moveTo>
                <a:lnTo>
                  <a:pt x="1945802" y="0"/>
                </a:lnTo>
                <a:lnTo>
                  <a:pt x="1945802" y="1584945"/>
                </a:lnTo>
                <a:lnTo>
                  <a:pt x="0" y="158494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6" id="26"/>
          <p:cNvSpPr/>
          <p:nvPr/>
        </p:nvSpPr>
        <p:spPr>
          <a:xfrm>
            <a:off x="8614537" y="6067660"/>
            <a:ext cx="967050" cy="1251082"/>
          </a:xfrm>
          <a:prstGeom prst="line">
            <a:avLst/>
          </a:prstGeom>
          <a:ln cap="flat" w="38100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9144000" y="7910715"/>
            <a:ext cx="6226209" cy="1031253"/>
          </a:xfrm>
          <a:custGeom>
            <a:avLst/>
            <a:gdLst/>
            <a:ahLst/>
            <a:cxnLst/>
            <a:rect r="r" b="b" t="t" l="l"/>
            <a:pathLst>
              <a:path h="1031253" w="6226209">
                <a:moveTo>
                  <a:pt x="0" y="0"/>
                </a:moveTo>
                <a:lnTo>
                  <a:pt x="6226209" y="0"/>
                </a:lnTo>
                <a:lnTo>
                  <a:pt x="6226209" y="1031253"/>
                </a:lnTo>
                <a:lnTo>
                  <a:pt x="0" y="103125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4778" r="0" b="-4778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1280890" y="2274167"/>
            <a:ext cx="1377349" cy="1377349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77B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124964" y="2186072"/>
            <a:ext cx="2825134" cy="1427128"/>
            <a:chOff x="0" y="0"/>
            <a:chExt cx="744068" cy="37586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44068" cy="375869"/>
            </a:xfrm>
            <a:custGeom>
              <a:avLst/>
              <a:gdLst/>
              <a:ahLst/>
              <a:cxnLst/>
              <a:rect r="r" b="b" t="t" l="l"/>
              <a:pathLst>
                <a:path h="375869" w="744068">
                  <a:moveTo>
                    <a:pt x="139759" y="0"/>
                  </a:moveTo>
                  <a:lnTo>
                    <a:pt x="604309" y="0"/>
                  </a:lnTo>
                  <a:cubicBezTo>
                    <a:pt x="641376" y="0"/>
                    <a:pt x="676924" y="14725"/>
                    <a:pt x="703134" y="40934"/>
                  </a:cubicBezTo>
                  <a:cubicBezTo>
                    <a:pt x="729344" y="67144"/>
                    <a:pt x="744068" y="102693"/>
                    <a:pt x="744068" y="139759"/>
                  </a:cubicBezTo>
                  <a:lnTo>
                    <a:pt x="744068" y="236110"/>
                  </a:lnTo>
                  <a:cubicBezTo>
                    <a:pt x="744068" y="273176"/>
                    <a:pt x="729344" y="308725"/>
                    <a:pt x="703134" y="334935"/>
                  </a:cubicBezTo>
                  <a:cubicBezTo>
                    <a:pt x="676924" y="361145"/>
                    <a:pt x="641376" y="375869"/>
                    <a:pt x="604309" y="375869"/>
                  </a:cubicBezTo>
                  <a:lnTo>
                    <a:pt x="139759" y="375869"/>
                  </a:lnTo>
                  <a:cubicBezTo>
                    <a:pt x="102693" y="375869"/>
                    <a:pt x="67144" y="361145"/>
                    <a:pt x="40934" y="334935"/>
                  </a:cubicBezTo>
                  <a:cubicBezTo>
                    <a:pt x="14725" y="308725"/>
                    <a:pt x="0" y="273176"/>
                    <a:pt x="0" y="236110"/>
                  </a:cubicBezTo>
                  <a:lnTo>
                    <a:pt x="0" y="139759"/>
                  </a:lnTo>
                  <a:cubicBezTo>
                    <a:pt x="0" y="102693"/>
                    <a:pt x="14725" y="67144"/>
                    <a:pt x="40934" y="40934"/>
                  </a:cubicBezTo>
                  <a:cubicBezTo>
                    <a:pt x="67144" y="14725"/>
                    <a:pt x="102693" y="0"/>
                    <a:pt x="139759" y="0"/>
                  </a:cubicBezTo>
                  <a:close/>
                </a:path>
              </a:pathLst>
            </a:custGeom>
            <a:solidFill>
              <a:srgbClr val="4DC5E1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744068" cy="442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79"/>
                </a:lnSpc>
              </a:pPr>
              <a:r>
                <a:rPr lang="en-US" sz="3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Table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226151" y="223972"/>
            <a:ext cx="5301258" cy="92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en-US" sz="5400" spc="8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Les programmes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146198" y="5152415"/>
            <a:ext cx="165258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Phase de test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410263" y="5166774"/>
            <a:ext cx="1993342" cy="33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1"/>
              </a:lnSpc>
            </a:pPr>
            <a:r>
              <a:rPr lang="en-US" sz="195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validation du test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23131" y="3756155"/>
            <a:ext cx="1257141" cy="1553769"/>
          </a:xfrm>
          <a:custGeom>
            <a:avLst/>
            <a:gdLst/>
            <a:ahLst/>
            <a:cxnLst/>
            <a:rect r="r" b="b" t="t" l="l"/>
            <a:pathLst>
              <a:path h="1553769" w="1257141">
                <a:moveTo>
                  <a:pt x="0" y="0"/>
                </a:moveTo>
                <a:lnTo>
                  <a:pt x="1257140" y="0"/>
                </a:lnTo>
                <a:lnTo>
                  <a:pt x="1257140" y="1553769"/>
                </a:lnTo>
                <a:lnTo>
                  <a:pt x="0" y="15537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450613" y="4510214"/>
            <a:ext cx="436908" cy="0"/>
          </a:xfrm>
          <a:prstGeom prst="line">
            <a:avLst/>
          </a:prstGeom>
          <a:ln cap="flat" w="47625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" id="5"/>
          <p:cNvSpPr/>
          <p:nvPr/>
        </p:nvSpPr>
        <p:spPr>
          <a:xfrm>
            <a:off x="6808807" y="4555865"/>
            <a:ext cx="436908" cy="0"/>
          </a:xfrm>
          <a:prstGeom prst="line">
            <a:avLst/>
          </a:prstGeom>
          <a:ln cap="flat" w="47625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823463" y="3734051"/>
            <a:ext cx="1865595" cy="1552325"/>
          </a:xfrm>
          <a:custGeom>
            <a:avLst/>
            <a:gdLst/>
            <a:ahLst/>
            <a:cxnLst/>
            <a:rect r="r" b="b" t="t" l="l"/>
            <a:pathLst>
              <a:path h="1552325" w="1865595">
                <a:moveTo>
                  <a:pt x="0" y="0"/>
                </a:moveTo>
                <a:lnTo>
                  <a:pt x="1865596" y="0"/>
                </a:lnTo>
                <a:lnTo>
                  <a:pt x="1865596" y="1552325"/>
                </a:lnTo>
                <a:lnTo>
                  <a:pt x="0" y="15523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85792" y="3571525"/>
            <a:ext cx="1725756" cy="1738399"/>
          </a:xfrm>
          <a:custGeom>
            <a:avLst/>
            <a:gdLst/>
            <a:ahLst/>
            <a:cxnLst/>
            <a:rect r="r" b="b" t="t" l="l"/>
            <a:pathLst>
              <a:path h="1738399" w="1725756">
                <a:moveTo>
                  <a:pt x="0" y="0"/>
                </a:moveTo>
                <a:lnTo>
                  <a:pt x="1725756" y="0"/>
                </a:lnTo>
                <a:lnTo>
                  <a:pt x="1725756" y="1738399"/>
                </a:lnTo>
                <a:lnTo>
                  <a:pt x="0" y="17383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660617" y="3407673"/>
            <a:ext cx="2479237" cy="1902251"/>
          </a:xfrm>
          <a:custGeom>
            <a:avLst/>
            <a:gdLst/>
            <a:ahLst/>
            <a:cxnLst/>
            <a:rect r="r" b="b" t="t" l="l"/>
            <a:pathLst>
              <a:path h="1902251" w="2479237">
                <a:moveTo>
                  <a:pt x="0" y="0"/>
                </a:moveTo>
                <a:lnTo>
                  <a:pt x="2479238" y="0"/>
                </a:lnTo>
                <a:lnTo>
                  <a:pt x="2479238" y="1902251"/>
                </a:lnTo>
                <a:lnTo>
                  <a:pt x="0" y="19022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77348" y="3827383"/>
            <a:ext cx="1581291" cy="1365661"/>
          </a:xfrm>
          <a:custGeom>
            <a:avLst/>
            <a:gdLst/>
            <a:ahLst/>
            <a:cxnLst/>
            <a:rect r="r" b="b" t="t" l="l"/>
            <a:pathLst>
              <a:path h="1365661" w="1581291">
                <a:moveTo>
                  <a:pt x="0" y="0"/>
                </a:moveTo>
                <a:lnTo>
                  <a:pt x="1581291" y="0"/>
                </a:lnTo>
                <a:lnTo>
                  <a:pt x="1581291" y="1365661"/>
                </a:lnTo>
                <a:lnTo>
                  <a:pt x="0" y="136566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0020032" y="4510214"/>
            <a:ext cx="436908" cy="0"/>
          </a:xfrm>
          <a:prstGeom prst="line">
            <a:avLst/>
          </a:prstGeom>
          <a:ln cap="flat" w="47625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>
            <a:off x="12824258" y="4648180"/>
            <a:ext cx="436908" cy="0"/>
          </a:xfrm>
          <a:prstGeom prst="line">
            <a:avLst/>
          </a:prstGeom>
          <a:ln cap="flat" w="47625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069894" y="7676782"/>
            <a:ext cx="4977491" cy="1581518"/>
          </a:xfrm>
          <a:custGeom>
            <a:avLst/>
            <a:gdLst/>
            <a:ahLst/>
            <a:cxnLst/>
            <a:rect r="r" b="b" t="t" l="l"/>
            <a:pathLst>
              <a:path h="1581518" w="4977491">
                <a:moveTo>
                  <a:pt x="0" y="0"/>
                </a:moveTo>
                <a:lnTo>
                  <a:pt x="4977491" y="0"/>
                </a:lnTo>
                <a:lnTo>
                  <a:pt x="4977491" y="1581518"/>
                </a:lnTo>
                <a:lnTo>
                  <a:pt x="0" y="15815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44000" y="7150933"/>
            <a:ext cx="5274094" cy="1511239"/>
          </a:xfrm>
          <a:custGeom>
            <a:avLst/>
            <a:gdLst/>
            <a:ahLst/>
            <a:cxnLst/>
            <a:rect r="r" b="b" t="t" l="l"/>
            <a:pathLst>
              <a:path h="1511239" w="5274094">
                <a:moveTo>
                  <a:pt x="0" y="0"/>
                </a:moveTo>
                <a:lnTo>
                  <a:pt x="5274094" y="0"/>
                </a:lnTo>
                <a:lnTo>
                  <a:pt x="5274094" y="1511239"/>
                </a:lnTo>
                <a:lnTo>
                  <a:pt x="0" y="15112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610" r="-1958" b="-61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3867" y="5522550"/>
            <a:ext cx="2568254" cy="243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3"/>
              </a:lnSpc>
              <a:spcBef>
                <a:spcPct val="0"/>
              </a:spcBef>
            </a:pPr>
            <a:r>
              <a:rPr lang="en-US" sz="1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Calcul des bornes temporelles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90723" y="5522550"/>
            <a:ext cx="1239189" cy="243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3"/>
              </a:lnSpc>
              <a:spcBef>
                <a:spcPct val="0"/>
              </a:spcBef>
            </a:pPr>
            <a:r>
              <a:rPr lang="en-US" sz="1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Importer Excel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54765" y="5522550"/>
            <a:ext cx="1008791" cy="243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3"/>
              </a:lnSpc>
              <a:spcBef>
                <a:spcPct val="0"/>
              </a:spcBef>
            </a:pPr>
            <a:r>
              <a:rPr lang="en-US" sz="1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Table filtrée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32045" y="5522550"/>
            <a:ext cx="1365800" cy="243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3"/>
              </a:lnSpc>
              <a:spcBef>
                <a:spcPct val="0"/>
              </a:spcBef>
            </a:pPr>
            <a:r>
              <a:rPr lang="en-US" sz="1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Macro Variables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49921" y="103011"/>
            <a:ext cx="5323880" cy="92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en-US" sz="5400" spc="8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Macro principale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61167" y="5522550"/>
            <a:ext cx="3681009" cy="243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3"/>
              </a:lnSpc>
              <a:spcBef>
                <a:spcPct val="0"/>
              </a:spcBef>
            </a:pPr>
            <a:r>
              <a:rPr lang="en-US" sz="1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Boucle appelant les differents programmes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1473801" y="6146912"/>
            <a:ext cx="0" cy="623020"/>
          </a:xfrm>
          <a:prstGeom prst="line">
            <a:avLst/>
          </a:prstGeom>
          <a:ln cap="flat" w="47625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41951" y="2561245"/>
            <a:ext cx="5087513" cy="508751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0" cap="sq">
              <a:solidFill>
                <a:srgbClr val="37C9E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94669" y="1902361"/>
            <a:ext cx="2098258" cy="209825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37C9E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0"/>
              <a:ext cx="660400" cy="54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043751" y="1902361"/>
            <a:ext cx="2098258" cy="209825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37C9E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0"/>
              <a:ext cx="660400" cy="54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42777" y="6020278"/>
            <a:ext cx="2098258" cy="209825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37C9E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0"/>
              <a:ext cx="660400" cy="54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310451" y="5733426"/>
            <a:ext cx="2098258" cy="209825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37C9E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0"/>
              <a:ext cx="660400" cy="54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9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3076219" y="3203645"/>
            <a:ext cx="1818977" cy="0"/>
          </a:xfrm>
          <a:prstGeom prst="line">
            <a:avLst/>
          </a:prstGeom>
          <a:ln cap="flat" w="38100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9" id="19"/>
          <p:cNvSpPr/>
          <p:nvPr/>
        </p:nvSpPr>
        <p:spPr>
          <a:xfrm flipH="true">
            <a:off x="3211017" y="6899613"/>
            <a:ext cx="1815709" cy="108995"/>
          </a:xfrm>
          <a:prstGeom prst="line">
            <a:avLst/>
          </a:prstGeom>
          <a:ln cap="flat" w="38100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0" id="20"/>
          <p:cNvSpPr/>
          <p:nvPr/>
        </p:nvSpPr>
        <p:spPr>
          <a:xfrm flipH="true" flipV="true">
            <a:off x="18503264" y="6246923"/>
            <a:ext cx="246184" cy="535632"/>
          </a:xfrm>
          <a:prstGeom prst="line">
            <a:avLst/>
          </a:prstGeom>
          <a:ln cap="flat" w="38100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1" id="21"/>
          <p:cNvSpPr/>
          <p:nvPr/>
        </p:nvSpPr>
        <p:spPr>
          <a:xfrm flipH="true" flipV="true">
            <a:off x="1942064" y="4827788"/>
            <a:ext cx="32181" cy="597369"/>
          </a:xfrm>
          <a:prstGeom prst="line">
            <a:avLst/>
          </a:prstGeom>
          <a:ln cap="flat" w="38100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>
            <a:off x="6015498" y="4688709"/>
            <a:ext cx="20583" cy="597881"/>
          </a:xfrm>
          <a:prstGeom prst="line">
            <a:avLst/>
          </a:prstGeom>
          <a:ln cap="flat" w="38100">
            <a:solidFill>
              <a:srgbClr val="0077B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028700" y="2682297"/>
            <a:ext cx="1309146" cy="538386"/>
          </a:xfrm>
          <a:custGeom>
            <a:avLst/>
            <a:gdLst/>
            <a:ahLst/>
            <a:cxnLst/>
            <a:rect r="r" b="b" t="t" l="l"/>
            <a:pathLst>
              <a:path h="538386" w="1309146">
                <a:moveTo>
                  <a:pt x="0" y="0"/>
                </a:moveTo>
                <a:lnTo>
                  <a:pt x="1309146" y="0"/>
                </a:lnTo>
                <a:lnTo>
                  <a:pt x="1309146" y="538386"/>
                </a:lnTo>
                <a:lnTo>
                  <a:pt x="0" y="538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833568" y="6170573"/>
            <a:ext cx="1052024" cy="1300254"/>
          </a:xfrm>
          <a:custGeom>
            <a:avLst/>
            <a:gdLst/>
            <a:ahLst/>
            <a:cxnLst/>
            <a:rect r="r" b="b" t="t" l="l"/>
            <a:pathLst>
              <a:path h="1300254" w="1052024">
                <a:moveTo>
                  <a:pt x="0" y="0"/>
                </a:moveTo>
                <a:lnTo>
                  <a:pt x="1052024" y="0"/>
                </a:lnTo>
                <a:lnTo>
                  <a:pt x="1052024" y="1300254"/>
                </a:lnTo>
                <a:lnTo>
                  <a:pt x="0" y="130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785068" y="4268274"/>
            <a:ext cx="9995847" cy="1119028"/>
          </a:xfrm>
          <a:custGeom>
            <a:avLst/>
            <a:gdLst/>
            <a:ahLst/>
            <a:cxnLst/>
            <a:rect r="r" b="b" t="t" l="l"/>
            <a:pathLst>
              <a:path h="1119028" w="9995847">
                <a:moveTo>
                  <a:pt x="0" y="0"/>
                </a:moveTo>
                <a:lnTo>
                  <a:pt x="9995846" y="0"/>
                </a:lnTo>
                <a:lnTo>
                  <a:pt x="9995846" y="1119028"/>
                </a:lnTo>
                <a:lnTo>
                  <a:pt x="0" y="11190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1657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0468" y="6934788"/>
            <a:ext cx="134287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 lit la ligne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733531" y="2753053"/>
            <a:ext cx="79593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Macro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149921" y="103011"/>
            <a:ext cx="5323880" cy="92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en-US" sz="5400" spc="8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Macro principale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-152295" y="1337441"/>
            <a:ext cx="379218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 inclut le programme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139988" y="1451741"/>
            <a:ext cx="379218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 lance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463487" y="7993609"/>
            <a:ext cx="379218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 exporte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41043" y="6149712"/>
            <a:ext cx="1605913" cy="1891195"/>
          </a:xfrm>
          <a:custGeom>
            <a:avLst/>
            <a:gdLst/>
            <a:ahLst/>
            <a:cxnLst/>
            <a:rect r="r" b="b" t="t" l="l"/>
            <a:pathLst>
              <a:path h="1891195" w="1605913">
                <a:moveTo>
                  <a:pt x="0" y="0"/>
                </a:moveTo>
                <a:lnTo>
                  <a:pt x="1605914" y="0"/>
                </a:lnTo>
                <a:lnTo>
                  <a:pt x="1605914" y="1891195"/>
                </a:lnTo>
                <a:lnTo>
                  <a:pt x="0" y="189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30564" y="1761162"/>
            <a:ext cx="1081930" cy="922591"/>
          </a:xfrm>
          <a:custGeom>
            <a:avLst/>
            <a:gdLst/>
            <a:ahLst/>
            <a:cxnLst/>
            <a:rect r="r" b="b" t="t" l="l"/>
            <a:pathLst>
              <a:path h="922591" w="1081930">
                <a:moveTo>
                  <a:pt x="0" y="0"/>
                </a:moveTo>
                <a:lnTo>
                  <a:pt x="1081929" y="0"/>
                </a:lnTo>
                <a:lnTo>
                  <a:pt x="1081929" y="922591"/>
                </a:lnTo>
                <a:lnTo>
                  <a:pt x="0" y="9225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51162" y="1583337"/>
            <a:ext cx="799482" cy="1278242"/>
          </a:xfrm>
          <a:custGeom>
            <a:avLst/>
            <a:gdLst/>
            <a:ahLst/>
            <a:cxnLst/>
            <a:rect r="r" b="b" t="t" l="l"/>
            <a:pathLst>
              <a:path h="1278242" w="799482">
                <a:moveTo>
                  <a:pt x="0" y="0"/>
                </a:moveTo>
                <a:lnTo>
                  <a:pt x="799482" y="0"/>
                </a:lnTo>
                <a:lnTo>
                  <a:pt x="799482" y="1278241"/>
                </a:lnTo>
                <a:lnTo>
                  <a:pt x="0" y="12782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2700000">
            <a:off x="9413036" y="2555632"/>
            <a:ext cx="3378351" cy="114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E2FA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WEAKNESSES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49740" y="3218074"/>
            <a:ext cx="6285398" cy="67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1"/>
              </a:lnSpc>
              <a:spcBef>
                <a:spcPct val="0"/>
              </a:spcBef>
            </a:pPr>
            <a:r>
              <a:rPr lang="en-US" sz="1829" spc="1463">
                <a:solidFill>
                  <a:srgbClr val="000000"/>
                </a:solidFill>
                <a:latin typeface="Ample Display"/>
                <a:ea typeface="Ample Display"/>
                <a:cs typeface="Ample Display"/>
                <a:sym typeface="Ample Display"/>
              </a:rPr>
              <a:t>POINT D’AMELIORATION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6680" y="5095875"/>
            <a:ext cx="5549698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•Améliorer la mise en forme du texte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•Ajouter des commentaires pour une meilleure lisibilité en équipe </a:t>
            </a:r>
          </a:p>
          <a:p>
            <a:pPr algn="ctr">
              <a:lnSpc>
                <a:spcPts val="28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605913" y="179031"/>
            <a:ext cx="14609683" cy="155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3"/>
              </a:lnSpc>
            </a:pPr>
            <a:r>
              <a:rPr lang="en-US" sz="4252" spc="3402">
                <a:solidFill>
                  <a:srgbClr val="000000"/>
                </a:solidFill>
                <a:latin typeface="Ample Display"/>
                <a:ea typeface="Ample Display"/>
                <a:cs typeface="Ample Display"/>
                <a:sym typeface="Ample Display"/>
              </a:rPr>
              <a:t>CONCLUSION</a:t>
            </a:r>
          </a:p>
          <a:p>
            <a:pPr algn="ctr">
              <a:lnSpc>
                <a:spcPts val="5953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96965" y="3227599"/>
            <a:ext cx="5507877" cy="87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4"/>
              </a:lnSpc>
            </a:pPr>
            <a:r>
              <a:rPr lang="en-US" sz="1603" spc="1282">
                <a:solidFill>
                  <a:srgbClr val="000000"/>
                </a:solidFill>
                <a:latin typeface="Ample Display"/>
                <a:ea typeface="Ample Display"/>
                <a:cs typeface="Ample Display"/>
                <a:sym typeface="Ample Display"/>
              </a:rPr>
              <a:t>CE QUE NOUS AVONS ACQUIS</a:t>
            </a:r>
          </a:p>
          <a:p>
            <a:pPr algn="ctr">
              <a:lnSpc>
                <a:spcPts val="2244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605913" y="5010878"/>
            <a:ext cx="5549698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 Compréhension de l’automatisation de plusieurs programmes SAS de manière structurée et professionnelle</a:t>
            </a:r>
          </a:p>
          <a:p>
            <a:pPr algn="ctr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DAG5LLarTDM</dc:identifier>
  <dcterms:modified xsi:type="dcterms:W3CDTF">2011-08-01T06:04:30Z</dcterms:modified>
  <cp:revision>1</cp:revision>
  <dc:title>Copie de Solly Naba - Tally Wilma BUT 2 EMS FI</dc:title>
</cp:coreProperties>
</file>